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50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solidFill>
            <a:srgbClr val="1331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480560"/>
            <a:ext cx="2926080" cy="2926080"/>
          </a:xfrm>
          <a:prstGeom prst="ellipse">
            <a:avLst/>
          </a:prstGeom>
          <a:solidFill>
            <a:srgbClr val="1331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× ISAAC SIM 실습 가이드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1325880"/>
            <a:ext cx="7498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Franka 픽앤플레이스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녹화 가이드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Sim에서 픽앤플레이스를 실행하고, ROS2로 발행한 토픽을 mcap으로 녹화해 Foxglove로 확인하는 전 과정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5.1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9192" y="411480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41148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Franka Panda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4114800"/>
            <a:ext cx="1271016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4114800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OmniGraph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1472184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7200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Humble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78024" y="4572000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457200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rosbag2 / mcap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4572000"/>
            <a:ext cx="1170432" cy="402336"/>
          </a:xfrm>
          <a:prstGeom prst="roundRect">
            <a:avLst>
              <a:gd name="adj" fmla="val 50000"/>
            </a:avLst>
          </a:prstGeom>
          <a:solidFill>
            <a:srgbClr val="13314A"/>
          </a:solidFill>
          <a:ln w="12700">
            <a:solidFill>
              <a:srgbClr val="2EC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5720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Foxglove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38928"/>
            <a:ext cx="6675120" cy="1325880"/>
          </a:xfrm>
          <a:prstGeom prst="roundRect">
            <a:avLst>
              <a:gd name="adj" fmla="val 5517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" y="53400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8720" y="53400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3312" y="53400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529437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PowerShell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8992" y="564184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녹화(WSL2)를 먼저 켠 뒤 실행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"C:\isaacsim\python.bat" pick_place_isaac.py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[demo] Pick-and-place complete (t=17.7s)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66760" y="1554480"/>
            <a:ext cx="3017520" cy="566928"/>
          </a:xfrm>
          <a:prstGeom prst="roundRect">
            <a:avLst/>
          </a:prstGeom>
          <a:solidFill>
            <a:srgbClr val="1B3A55"/>
          </a:solidFill>
          <a:ln/>
        </p:spPr>
      </p:sp>
      <p:sp>
        <p:nvSpPr>
          <p:cNvPr id="26" name="Shape 24"/>
          <p:cNvSpPr/>
          <p:nvPr/>
        </p:nvSpPr>
        <p:spPr>
          <a:xfrm>
            <a:off x="8522208" y="1673352"/>
            <a:ext cx="329184" cy="32918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27" name="Text 25"/>
          <p:cNvSpPr/>
          <p:nvPr/>
        </p:nvSpPr>
        <p:spPr>
          <a:xfrm>
            <a:off x="8522208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씬 구성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66760" y="2231136"/>
            <a:ext cx="3017520" cy="566928"/>
          </a:xfrm>
          <a:prstGeom prst="roundRect">
            <a:avLst/>
          </a:prstGeom>
          <a:solidFill>
            <a:srgbClr val="13314A"/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2350008"/>
            <a:ext cx="329184" cy="32918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6840" y="22311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픽앤플레이스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66760" y="2907792"/>
            <a:ext cx="3017520" cy="566928"/>
          </a:xfrm>
          <a:prstGeom prst="roundRect">
            <a:avLst/>
          </a:prstGeom>
          <a:solidFill>
            <a:srgbClr val="1B3A55"/>
          </a:solidFill>
          <a:ln/>
        </p:spPr>
      </p:sp>
      <p:sp>
        <p:nvSpPr>
          <p:cNvPr id="34" name="Shape 32"/>
          <p:cNvSpPr/>
          <p:nvPr/>
        </p:nvSpPr>
        <p:spPr>
          <a:xfrm>
            <a:off x="8522208" y="3026664"/>
            <a:ext cx="329184" cy="32918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35" name="Text 33"/>
          <p:cNvSpPr/>
          <p:nvPr/>
        </p:nvSpPr>
        <p:spPr>
          <a:xfrm>
            <a:off x="8522208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06840" y="29077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발행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66760" y="3584448"/>
            <a:ext cx="3017520" cy="566928"/>
          </a:xfrm>
          <a:prstGeom prst="roundRect">
            <a:avLst/>
          </a:prstGeom>
          <a:solidFill>
            <a:srgbClr val="13314A"/>
          </a:solidFill>
          <a:ln/>
        </p:spPr>
      </p:sp>
      <p:sp>
        <p:nvSpPr>
          <p:cNvPr id="38" name="Shape 36"/>
          <p:cNvSpPr/>
          <p:nvPr/>
        </p:nvSpPr>
        <p:spPr>
          <a:xfrm>
            <a:off x="8522208" y="3703320"/>
            <a:ext cx="329184" cy="32918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39" name="Text 37"/>
          <p:cNvSpPr/>
          <p:nvPr/>
        </p:nvSpPr>
        <p:spPr>
          <a:xfrm>
            <a:off x="852220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06840" y="3584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녹화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66760" y="4261104"/>
            <a:ext cx="3017520" cy="566928"/>
          </a:xfrm>
          <a:prstGeom prst="roundRect">
            <a:avLst/>
          </a:prstGeom>
          <a:solidFill>
            <a:srgbClr val="1B3A55"/>
          </a:solidFill>
          <a:ln/>
        </p:spPr>
      </p:sp>
      <p:sp>
        <p:nvSpPr>
          <p:cNvPr id="42" name="Shape 40"/>
          <p:cNvSpPr/>
          <p:nvPr/>
        </p:nvSpPr>
        <p:spPr>
          <a:xfrm>
            <a:off x="8522208" y="4379976"/>
            <a:ext cx="329184" cy="32918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43" name="Text 41"/>
          <p:cNvSpPr/>
          <p:nvPr/>
        </p:nvSpPr>
        <p:spPr>
          <a:xfrm>
            <a:off x="8522208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06840" y="42611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Foxglove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흐름 · 5단계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할 것인가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028688" cy="324612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48840"/>
            <a:ext cx="713232" cy="713232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3035808"/>
            <a:ext cx="148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152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씬 구성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1525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Franka·5cm 큐브·카메라 2종을 USD로 로드하고 배치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24216" y="1828800"/>
            <a:ext cx="2028688" cy="324612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16824" y="2148840"/>
            <a:ext cx="713232" cy="713232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12" name="Text 10"/>
          <p:cNvSpPr/>
          <p:nvPr/>
        </p:nvSpPr>
        <p:spPr>
          <a:xfrm>
            <a:off x="3116824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98536" y="3035808"/>
            <a:ext cx="148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98536" y="3310128"/>
            <a:ext cx="152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픽앤플레이스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098536" y="3977640"/>
            <a:ext cx="1525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IK로 푼 관절각 시퀀스로 집고·옮기고·놓기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81504" y="1828800"/>
            <a:ext cx="2028688" cy="324612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74112" y="2148840"/>
            <a:ext cx="713232" cy="713232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18" name="Text 16"/>
          <p:cNvSpPr/>
          <p:nvPr/>
        </p:nvSpPr>
        <p:spPr>
          <a:xfrm>
            <a:off x="5374112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355824" y="3035808"/>
            <a:ext cx="148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55824" y="3310128"/>
            <a:ext cx="152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 발행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355824" y="3977640"/>
            <a:ext cx="1525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OmniGraph로 joint·tf·clock·카메라 토픽 발행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38792" y="1828800"/>
            <a:ext cx="2028688" cy="324612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1400" y="2148840"/>
            <a:ext cx="713232" cy="713232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140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13112" y="3035808"/>
            <a:ext cx="148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13112" y="3310128"/>
            <a:ext cx="152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mcap 녹화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613112" y="3977640"/>
            <a:ext cx="1525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rosbag2로 토픽을 mcap에 기록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96079" y="1828800"/>
            <a:ext cx="2028688" cy="324612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88687" y="2148840"/>
            <a:ext cx="713232" cy="713232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30" name="Text 28"/>
          <p:cNvSpPr/>
          <p:nvPr/>
        </p:nvSpPr>
        <p:spPr>
          <a:xfrm>
            <a:off x="9888687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870399" y="3035808"/>
            <a:ext cx="148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0399" y="3310128"/>
            <a:ext cx="152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시각화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9870399" y="3977640"/>
            <a:ext cx="1525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Foxglove Image 패널로 영상 확인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44068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567842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660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07008" y="5660136"/>
            <a:ext cx="102348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슬라이드 구성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2960" y="6117336"/>
            <a:ext cx="10554919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실행·명령어   ② 무엇을 했는지   ③ 막혔던 점과 해결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58368" cy="658368"/>
          </a:xfrm>
          <a:prstGeom prst="ellipse">
            <a:avLst/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0817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9888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씬 구성 — 로봇·큐브·카메라 로드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355080" cy="1783080"/>
          </a:xfrm>
          <a:prstGeom prst="roundRect">
            <a:avLst>
              <a:gd name="adj" fmla="val 4103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7099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· standalone 실행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WSL2 녹화를 먼저 켠 뒤 실행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"C:\isaacsim\python.bat" ^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"...\claude_jetbot\pick_place_isaac.py"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904488"/>
            <a:ext cx="63550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Franka USD를 /World/Franka에 로드하고, 한 변 5 cm 큐브를 강체로 배치. 손목 카메라(손에 부착)·오버헤드 카메라(고정)·배치 목표 마커를 생성하고 ROS2 브리지 확장을 활성화한다.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1554480"/>
            <a:ext cx="4510735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0064" y="1783080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좌표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70064" y="2084832"/>
            <a:ext cx="4053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큐브 시작     [0.45, 0.00, 0.025]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배치 목표     [0.45, 0.28, 0.025]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큐브 크기     0.05 m (한 변)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14032" y="3611880"/>
            <a:ext cx="4510735" cy="2468880"/>
          </a:xfrm>
          <a:prstGeom prst="roundRect">
            <a:avLst>
              <a:gd name="adj" fmla="val 2593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33488" y="384962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54112" y="383133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막혔던 점 · 베이스가 떠다님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70064" y="4288536"/>
            <a:ext cx="40078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rootJoint가 일반 Joint(바디 순서 반대)로 설정돼 베이스가 고정되지 않음 → 팔 반작용으로 로봇이 공중에서 회전.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</a:t>
            </a: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→ panda_link0 FixedJoint로 재구성.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58368" cy="658368"/>
          </a:xfrm>
          <a:prstGeom prst="ellipse">
            <a:avLst/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0817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9888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픽앤플레이스 동작 정의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355080" cy="2331720"/>
          </a:xfrm>
          <a:prstGeom prst="roundRect">
            <a:avLst>
              <a:gd name="adj" fmla="val 3137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7099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동작 시퀀스 (time-based)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897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 -&gt;  pre_grasp  -&gt;  grasp(open)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 grasp(close)  -&gt;  lift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 place_pre  -&gt;  place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 place(open)  -&gt;  home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16052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453128"/>
            <a:ext cx="6355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자세를 (포즈, 그리퍼, 유지시간)으로 정의하고 타이머로 순차 실행. 관절각은 직접 넣지 않고, 그리퍼 파지점이 큐브 중심에 오도록 역기구학(IK)으로 계산했다.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1554480"/>
            <a:ext cx="4510735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0064" y="1755648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그리퍼 설정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70064" y="2057400"/>
            <a:ext cx="405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열림 0.04 m  /  닫힘 0.0 m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파지력 maxForce = 40 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14032" y="3246120"/>
            <a:ext cx="4510735" cy="2834640"/>
          </a:xfrm>
          <a:prstGeom prst="roundRect">
            <a:avLst>
              <a:gd name="adj" fmla="val 2258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33488" y="348386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54112" y="346557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막혔던 점 · 2가지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70064" y="3922776"/>
            <a:ext cx="40078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잡는 순간 손목 회전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파지력 200 N이 12 N·m 손목을 역구동 → 40 N으로 완화.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큐브에 못 내려감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포즈가 큐브보다 ~30 cm 위 → IK로 관절각 재계산.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58368" cy="658368"/>
          </a:xfrm>
          <a:prstGeom prst="ellipse">
            <a:avLst/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0817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9888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 발행 — OmniGraph 퍼블리셔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355080" cy="2606040"/>
          </a:xfrm>
          <a:prstGeom prst="roundRect">
            <a:avLst>
              <a:gd name="adj" fmla="val 2807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7099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발행 토픽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897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/joint_states              JointState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/tf                        TFMessage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/clock                     Clock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/franka/wrist_camera/rgb   Image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/franka/wrist_camera/depth Image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/overhead_camera/rgb      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434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727448"/>
            <a:ext cx="6355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OnPlaybackTick 기반 OmniGraph로 매 렌더 프레임마다 관절·TF·시뮬 시계와 카메라 이미지를 발행. 카메라는 렌더 프로덕트 → ROS2CameraHelper 경로로 publish.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1554480"/>
            <a:ext cx="4510735" cy="4526280"/>
          </a:xfrm>
          <a:prstGeom prst="roundRect">
            <a:avLst>
              <a:gd name="adj" fmla="val 1419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33488" y="179222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488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54112" y="177393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막혔던 점 · 카메라 토픽 0개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70064" y="2231136"/>
            <a:ext cx="40078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clock·joint·tf는 정상인데 카메라 토픽만 Count = 0.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(에러 로그도 없음)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</a:t>
            </a: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 프로덕트의 해상도(width/height)가 지정되지 않아 프레임이 생성되지 않음. 토픽만 광고되고 이미지는 0개.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</a:t>
            </a: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480 해상도를 명시 → 이미지 발행 시작.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58368" cy="658368"/>
          </a:xfrm>
          <a:prstGeom prst="ellipse">
            <a:avLst/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0817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9888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mcap 녹화 — WSL2 rosbag2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355080" cy="2148840"/>
          </a:xfrm>
          <a:prstGeom prst="roundRect">
            <a:avLst>
              <a:gd name="adj" fmla="val 3404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7099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WSL2 · 녹화 실행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먼저 WSL2에서 녹화 대기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record_pick_place.launch.py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그다음 Windows에서 </a:t>
            </a:r>
            <a:r>
              <a:rPr lang="en-US" sz="1250" dirty="0" err="1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시뮬</a:t>
            </a:r>
            <a:r>
              <a:rPr lang="en-US" sz="12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 err="1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</a:t>
            </a:r>
            <a:endParaRPr lang="en-US" sz="1250" dirty="0">
              <a:solidFill>
                <a:srgbClr val="7E93A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C:\isaacsim\python.bat C:\Users\user\Desktop\claude_jetbot\pick_place_isaac.py</a:t>
            </a:r>
            <a:endParaRPr lang="en-US" altLang="ko-KR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270248"/>
            <a:ext cx="63550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rosbag2(구독자)를 먼저 띄워 첫 프레임부터 빠짐없이 기록. Isaac Sim은 토픽을 발행만 하고, mcap 저장은 WSL2의 rosbag2가 담당한다.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1554480"/>
            <a:ext cx="4510735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0064" y="1755648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포인트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88352" y="2103120"/>
            <a:ext cx="40078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bag info &lt;bag&gt; 로 토픽·Count 확인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Count가 0보다 커야 수집 성공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topic hz /franka/wrist_camera/rgb 로 발행 주기 점검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14032" y="4343400"/>
            <a:ext cx="4510735" cy="1737360"/>
          </a:xfrm>
          <a:prstGeom prst="roundRect">
            <a:avLst>
              <a:gd name="adj" fmla="val 3684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33488" y="458114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54112" y="456285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순서가 중요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70064" y="5020056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녹화를 먼저 켜고 시뮬은 나중에. 반대로 하면 앞부분 프레임이 누락된다.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658368" cy="658368"/>
          </a:xfrm>
          <a:prstGeom prst="ellipse">
            <a:avLst/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0817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89888" y="713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Foxglove 시각화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6355080" cy="2148840"/>
          </a:xfrm>
          <a:prstGeom prst="roundRect">
            <a:avLst>
              <a:gd name="adj" fmla="val 3404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7556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170992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Foxglove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추가  -&gt;  Image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Topic: /overhead_camera/rgb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/franka/wrist_camera/rgb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270248"/>
            <a:ext cx="63550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mcap을 열고 Image 패널의 토픽을 카메라 RGB로 지정. Play를 누르고 0~18초(동작 구간)를 재생하면 픽앤플레이스가 보인다. (depth도 같은 패널에서 확인 가능)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14032" y="1554480"/>
            <a:ext cx="4510735" cy="4526280"/>
          </a:xfrm>
          <a:prstGeom prst="roundRect">
            <a:avLst>
              <a:gd name="adj" fmla="val 1419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33488" y="179222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488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54112" y="177393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막혔던 점 · 2가지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70064" y="2231136"/>
            <a:ext cx="40078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'Waiting for image messages'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Count = 0 → STEP 3의 해상도 문제(해결됨).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새까만 화면 / 엉뚱한 방향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near clip 1.0 m가 근접 장면을 잘라냄 + 카메라 회전이 Isaac 규약과 불일치.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</a:t>
            </a: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0.01 m·광각 렌즈, 오버헤드 (0,0,0)·손목 (180,0,0).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· 녹화된 데이터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bag info — 토픽과 메시지 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355080" cy="4023360"/>
          </a:xfrm>
          <a:prstGeom prst="roundRect">
            <a:avLst>
              <a:gd name="adj" fmla="val 1818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385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9385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9385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189280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bag info  pick_place_run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5897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  121.9 s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Messages:  4672+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/joint_states                1558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/tf                          1557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/clock                       1557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/franka/wrist_camera/rgb      OK*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/franka/wrist_camera/depth    OK*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/overhead_camera/rgb          OK*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카메라 수정 후 정상 발행·녹화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14032" y="1737360"/>
            <a:ext cx="451073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88352" y="1847088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C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 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406640" y="246888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픽앤플레이스 동작 완료 시각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14032" y="3154680"/>
            <a:ext cx="451073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88352" y="3264408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C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06640" y="3886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파지점 위치 오차 (FK 검증)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4572000"/>
            <a:ext cx="4510735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0064" y="4736592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큐브 이동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70064" y="502920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[0.45, 0, 0.025]  →  [0.45, 0.28, 0.025]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331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 &amp; 다음 단계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→ 발행 → 녹화 → 시각화까지 완료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402336" cy="40233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 고정 · 그리퍼 · IK로 픽앤플레이스 동작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02336" cy="40233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· tf · clock + 카메라 3종 ROS2 발행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402336" cy="40233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 녹화 &amp; Foxglove Image 패널로 확인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2240280"/>
            <a:ext cx="3383280" cy="1920240"/>
          </a:xfrm>
          <a:prstGeom prst="roundRect">
            <a:avLst>
              <a:gd name="adj" fmla="val 3333"/>
            </a:avLst>
          </a:prstGeom>
          <a:solidFill>
            <a:srgbClr val="FFF6E8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478024"/>
            <a:ext cx="310896" cy="31089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2459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85632" y="2916936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영상이 끊기면(렌더 ~12 fps) 해상도·frameSkip 조정. 에피소드를 반복 기록해 데이터셋 구성.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617720"/>
            <a:ext cx="7223760" cy="1417320"/>
          </a:xfrm>
          <a:prstGeom prst="roundRect">
            <a:avLst>
              <a:gd name="adj" fmla="val 5161"/>
            </a:avLst>
          </a:prstGeom>
          <a:solidFill>
            <a:srgbClr val="12253A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69848" y="48188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4440" y="48188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9032" y="48188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477316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4712" y="51206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bag info &lt;bag&gt;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Count &gt; 0 이면 데이터 수집 성공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OmniGraph · ROS_PnP 읽는 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pick_place_isaac.py가 실행될 때 자동 생성하는 ROS2 발행 그래프  (Window → Graph Editors → Action Graph 에서 /World/ROS_PnP 로 확인)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트리거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6052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이미지 생성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ROS2 발행 (퍼블리셔)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2EC4E6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68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8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OnPlaybackTick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08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중 매 프레임 실행 신호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ROS2Context · ReadSimTime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컨텍스트·시뮬 시간을 각 노드에 공급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210312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1A8FB0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24528" y="210312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IsaacCreateRenderProduct ×2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화면을 렌더(이미지 소스)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0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카메라 (Image)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993392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61504" y="2130552"/>
            <a:ext cx="128016" cy="12801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19933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WristRGB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/franka/wrist_camera/rgb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2432304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61504" y="2569464"/>
            <a:ext cx="128016" cy="12801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18" name="Text 16"/>
          <p:cNvSpPr/>
          <p:nvPr/>
        </p:nvSpPr>
        <p:spPr>
          <a:xfrm>
            <a:off x="7699248" y="24323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WristDepth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/franka/wrist_camera/depth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2871216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61504" y="3008376"/>
            <a:ext cx="128016" cy="128016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21" name="Text 19"/>
          <p:cNvSpPr/>
          <p:nvPr/>
        </p:nvSpPr>
        <p:spPr>
          <a:xfrm>
            <a:off x="7699248" y="28712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OverheadRGB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/overhead_camera/rgb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0" y="33467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상태 (Joint / TF / Clock)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3602736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61504" y="3739896"/>
            <a:ext cx="128016" cy="128016"/>
          </a:xfrm>
          <a:prstGeom prst="ellipse">
            <a:avLst/>
          </a:prstGeom>
          <a:solidFill>
            <a:srgbClr val="1A8FB0"/>
          </a:solidFill>
          <a:ln/>
        </p:spPr>
      </p:sp>
      <p:sp>
        <p:nvSpPr>
          <p:cNvPr id="25" name="Text 23"/>
          <p:cNvSpPr/>
          <p:nvPr/>
        </p:nvSpPr>
        <p:spPr>
          <a:xfrm>
            <a:off x="7699248" y="360273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PublishJointState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/joint_states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4041648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61504" y="4178808"/>
            <a:ext cx="128016" cy="128016"/>
          </a:xfrm>
          <a:prstGeom prst="ellipse">
            <a:avLst/>
          </a:prstGeom>
          <a:solidFill>
            <a:srgbClr val="1A8FB0"/>
          </a:solidFill>
          <a:ln/>
        </p:spPr>
      </p:sp>
      <p:sp>
        <p:nvSpPr>
          <p:cNvPr id="28" name="Text 26"/>
          <p:cNvSpPr/>
          <p:nvPr/>
        </p:nvSpPr>
        <p:spPr>
          <a:xfrm>
            <a:off x="7699248" y="40416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PublishTransformTree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/tf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4480560"/>
            <a:ext cx="42976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61504" y="4617720"/>
            <a:ext cx="128016" cy="128016"/>
          </a:xfrm>
          <a:prstGeom prst="ellipse">
            <a:avLst/>
          </a:prstGeom>
          <a:solidFill>
            <a:srgbClr val="1A8FB0"/>
          </a:solidFill>
          <a:ln/>
        </p:spPr>
      </p:sp>
      <p:sp>
        <p:nvSpPr>
          <p:cNvPr id="31" name="Text 29"/>
          <p:cNvSpPr/>
          <p:nvPr/>
        </p:nvSpPr>
        <p:spPr>
          <a:xfrm>
            <a:off x="7699248" y="44805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PublishClock   </a:t>
            </a: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/clock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83280" y="2743200"/>
            <a:ext cx="777240" cy="0"/>
          </a:xfrm>
          <a:prstGeom prst="line">
            <a:avLst/>
          </a:prstGeom>
          <a:noFill/>
          <a:ln w="25400">
            <a:solidFill>
              <a:srgbClr val="9DB2C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03720" y="2468880"/>
            <a:ext cx="411480" cy="0"/>
          </a:xfrm>
          <a:prstGeom prst="line">
            <a:avLst/>
          </a:prstGeom>
          <a:noFill/>
          <a:ln w="25400">
            <a:solidFill>
              <a:srgbClr val="9DB2C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383280" y="3246120"/>
            <a:ext cx="3931920" cy="777240"/>
          </a:xfrm>
          <a:prstGeom prst="line">
            <a:avLst/>
          </a:prstGeom>
          <a:noFill/>
          <a:ln w="25400">
            <a:solidFill>
              <a:srgbClr val="9DB2C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66928" y="5138928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1248" y="5303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읽는 법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9536" y="5669280"/>
            <a:ext cx="146304" cy="146304"/>
          </a:xfrm>
          <a:prstGeom prst="ellipse">
            <a:avLst/>
          </a:prstGeom>
          <a:solidFill>
            <a:srgbClr val="2EC4E6"/>
          </a:solidFill>
          <a:ln/>
        </p:spPr>
      </p:sp>
      <p:sp>
        <p:nvSpPr>
          <p:cNvPr id="38" name="Text 36"/>
          <p:cNvSpPr/>
          <p:nvPr/>
        </p:nvSpPr>
        <p:spPr>
          <a:xfrm>
            <a:off x="1115568" y="5577840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(OnPlaybackTick) —  </a:t>
            </a: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 중 매 프레임 실행 신호를 모든 노드로 보냄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9536" y="5943600"/>
            <a:ext cx="146304" cy="146304"/>
          </a:xfrm>
          <a:prstGeom prst="ellipse">
            <a:avLst/>
          </a:prstGeom>
          <a:solidFill>
            <a:srgbClr val="1A8FB0"/>
          </a:solidFill>
          <a:ln/>
        </p:spPr>
      </p:sp>
      <p:sp>
        <p:nvSpPr>
          <p:cNvPr id="40" name="Text 38"/>
          <p:cNvSpPr/>
          <p:nvPr/>
        </p:nvSpPr>
        <p:spPr>
          <a:xfrm>
            <a:off x="1115568" y="5852160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 프로덕트 / 퍼블리셔 —  </a:t>
            </a: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화면을 이미지로 렌더하고, 토픽으로 ROS2 발행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15568" y="6126480"/>
            <a:ext cx="10143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선(엣지)  —  </a:t>
            </a:r>
            <a:r>
              <a:rPr lang="en-US" sz="12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사이의 실행(execIn)·데이터(context·time·image) 연결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1264</Words>
  <Application>Microsoft Office PowerPoint</Application>
  <PresentationFormat>와이드스크린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Isaac Sim Franka 픽앤플레이스 데이터 녹화 가이드</dc:title>
  <dc:subject>PptxGenJS Presentation</dc:subject>
  <dc:creator>Cowork</dc:creator>
  <cp:lastModifiedBy>Jinju Han</cp:lastModifiedBy>
  <cp:revision>3</cp:revision>
  <dcterms:created xsi:type="dcterms:W3CDTF">2026-06-18T06:49:34Z</dcterms:created>
  <dcterms:modified xsi:type="dcterms:W3CDTF">2026-06-19T00:54:27Z</dcterms:modified>
</cp:coreProperties>
</file>