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ISAAC SIM · ROS2 · BEHAVIOR CLONING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0574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기반 Pick &amp; Place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41248" y="3310128"/>
            <a:ext cx="3108960" cy="0"/>
          </a:xfrm>
          <a:prstGeom prst="line">
            <a:avLst/>
          </a:prstGeom>
          <a:noFill/>
          <a:ln w="31750">
            <a:solidFill>
              <a:srgbClr val="D954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6118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오버헤드 RGB-D 카메라로 큐브 위치를 추정해 행동복제(BC) 정책에 연결한 전체 동작 개요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Isaac Sim (Windows)  →  Perception 노드 (WSL2)  →  정책 제어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구성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80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대의 환경이 ROS2/DDS(영상)와 UDP(큐브 좌표)로 맞물려 돕니다.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892040" cy="3703320"/>
          </a:xfrm>
          <a:prstGeom prst="rect">
            <a:avLst/>
          </a:prstGeom>
          <a:solidFill>
            <a:srgbClr val="1A22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Isaac Sim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· GPU RTX 5070 Ti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오버헤드 카메라 렌더 (top-down)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/rgb · /depth · /camera_info 발행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 정책 실행 · Franka 제어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UDP로 큐브 좌표 수신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874520"/>
            <a:ext cx="489204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2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1031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Perception 노드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2606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80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WSL2 · ROS2 Humble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315468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/rgb · /depth · /camera_info 구독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YOLO-World로 큐브 픽셀 검출 (RGB)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depth 역투영 → 큐브 월드좌표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/cube_pose 발행 + UDP 전송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32120" y="3063240"/>
            <a:ext cx="1097280" cy="0"/>
          </a:xfrm>
          <a:prstGeom prst="line">
            <a:avLst/>
          </a:prstGeom>
          <a:noFill/>
          <a:ln w="3175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53212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5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4434840"/>
            <a:ext cx="1097280" cy="0"/>
          </a:xfrm>
          <a:prstGeom prst="line">
            <a:avLst/>
          </a:prstGeom>
          <a:noFill/>
          <a:ln w="31750">
            <a:solidFill>
              <a:srgbClr val="D9541E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553212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0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정책은 상태(state) 기반 BC — 카메라는 정책 입력이 아니라 큐브 '위치'를 재는 센서로 쓰입니다.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카메라가 보는 것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— 큐브를 찾는다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큐브를 YOLO-World로 검출해 픽셀 위치 (u, v)를 얻습니다.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Depth — 거리를 잰다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픽셀의 카메라→큐브 거리를 읽어 월드 3D로 역투영합니다.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depth엔 왜 큐브가 흐릿한가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5cm 큐브는 테이블과 거리차가 작아 명암이 뭉개질 뿐, 값은 유효합니다.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2578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+ 언어 (Vision-Language)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프롬프트를 CLIP 텍스트 인코더로 임베딩 → 이미지와 매칭. 생성형 LLM은 아님.</a:t>
            </a:r>
            <a:endParaRPr lang="en-US" sz="1500" dirty="0"/>
          </a:p>
        </p:txBody>
      </p:sp>
      <p:pic>
        <p:nvPicPr>
          <p:cNvPr id="11" name="Image 0" descr="/sessions/brave-loving-ramanujan/mnt/claude_jetbot/camera_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868680"/>
            <a:ext cx="3200400" cy="51389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75320" y="868680"/>
            <a:ext cx="3200400" cy="5138928"/>
          </a:xfrm>
          <a:prstGeom prst="rect">
            <a:avLst/>
          </a:prstGeom>
          <a:ln w="12700">
            <a:solidFill>
              <a:srgbClr val="1A22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6117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80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/rgb (위) · /depth (아래)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시퀀스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1024128"/>
            <a:ext cx="3200400" cy="658368"/>
          </a:xfrm>
          <a:prstGeom prst="rect">
            <a:avLst/>
          </a:prstGeom>
          <a:solidFill>
            <a:srgbClr val="1A2230"/>
          </a:solidFill>
          <a:ln/>
        </p:spPr>
      </p:sp>
      <p:sp>
        <p:nvSpPr>
          <p:cNvPr id="4" name="Text 2"/>
          <p:cNvSpPr/>
          <p:nvPr/>
        </p:nvSpPr>
        <p:spPr>
          <a:xfrm>
            <a:off x="1417320" y="10789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Isaac Sim (Windows)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렌더·발행 / 정책·제어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43800" y="1024128"/>
            <a:ext cx="32004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2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0789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Perception 노드 (WSL2)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080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 + depth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755648"/>
            <a:ext cx="0" cy="4343400"/>
          </a:xfrm>
          <a:prstGeom prst="line">
            <a:avLst/>
          </a:prstGeom>
          <a:noFill/>
          <a:ln w="15875">
            <a:solidFill>
              <a:srgbClr val="D7DEE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144000" y="1755648"/>
            <a:ext cx="0" cy="4343400"/>
          </a:xfrm>
          <a:prstGeom prst="line">
            <a:avLst/>
          </a:prstGeom>
          <a:noFill/>
          <a:ln w="15875">
            <a:solidFill>
              <a:srgbClr val="D7DEE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017520" y="2121408"/>
            <a:ext cx="6126480" cy="0"/>
          </a:xfrm>
          <a:prstGeom prst="line">
            <a:avLst/>
          </a:prstGeom>
          <a:noFill/>
          <a:ln w="285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200400" y="179222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</a:t>
            </a:r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/rgb · /depth · /camera_info  —  ROS2 / DDS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0920" y="2395728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2395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</a:t>
            </a:r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→ YOLO로 큐브 픽셀 (u,v)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0920" y="2944368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9443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</a:t>
            </a:r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depth[u,v] → 카메라~큐브 거리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3493008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34930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</a:t>
            </a:r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역투영 → 큐브 월드좌표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4187952"/>
            <a:ext cx="6126480" cy="0"/>
          </a:xfrm>
          <a:prstGeom prst="line">
            <a:avLst/>
          </a:prstGeom>
          <a:noFill/>
          <a:ln w="28575">
            <a:solidFill>
              <a:srgbClr val="D9541E"/>
            </a:solidFill>
            <a:prstDash val="solid"/>
            <a:headEnd type="triangle"/>
          </a:ln>
        </p:spPr>
      </p:sp>
      <p:sp>
        <p:nvSpPr>
          <p:cNvPr id="18" name="Text 16"/>
          <p:cNvSpPr/>
          <p:nvPr/>
        </p:nvSpPr>
        <p:spPr>
          <a:xfrm>
            <a:off x="3200400" y="385876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 </a:t>
            </a:r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큐브 월드좌표 (x, y, z)  —  UDP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34440" y="4462272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462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 </a:t>
            </a:r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 구성 (손→큐브 · 손→목표)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34440" y="5010912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5010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 </a:t>
            </a:r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 정책 → 관절 chunk 예측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34440" y="5559552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5559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 </a:t>
            </a:r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Franka 제어 (receding horizon)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0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↻  매 제어 주기마다 반복 · 파지 후엔 큐브가 손을 따라감 (다음 장)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큐브 위치 소스 전환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80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카메라는 파지 후 큐브를 못 봅니다(가림·들림). 상태에 따라 소스를 바꿔 학습 관측과 맞춥니다.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461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2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 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5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추정값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E5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(테이블 위 큐브)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95928" y="3451860"/>
            <a:ext cx="672084" cy="0"/>
          </a:xfrm>
          <a:prstGeom prst="line">
            <a:avLst/>
          </a:prstGeom>
          <a:noFill/>
          <a:ln w="38100">
            <a:solidFill>
              <a:srgbClr val="D9541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77740" y="2148840"/>
            <a:ext cx="32461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634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0634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 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06340" y="37033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5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손(ee) + 파지순간 offset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E5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따라 이동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3588" y="3451860"/>
            <a:ext cx="672084" cy="0"/>
          </a:xfrm>
          <a:prstGeom prst="line">
            <a:avLst/>
          </a:prstGeom>
          <a:noFill/>
          <a:ln w="38100">
            <a:solidFill>
              <a:srgbClr val="D9541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15400" y="2148840"/>
            <a:ext cx="32461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2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4400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놓은 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0" y="37033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5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놓은 자리에 고정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E5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(정지)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20440" y="2903220"/>
            <a:ext cx="1623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80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그리퍼 닫힘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58100" y="2903220"/>
            <a:ext cx="1623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80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그리퍼 열림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0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위치·관절값은 로봇 자신이 아는 값(순기구학)이라, 큐브 좌표는 카메라+자기위치만으로 구성됩니다.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80760" y="1600200"/>
            <a:ext cx="0" cy="397764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거리 / 좌표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depth 값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→ 큐브 거리 (광축 방향)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월드 좌표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큐브의 절대 위치 (원점 = 로봇 베이스)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cube_rel (obs)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→ 큐브 상대거리 = 큐브 − 손끝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4652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결정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46520" y="21488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 보정 — 윗면(0.05) → 중심(0.025)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HOLD_LAST — 끊겨도 마지막 값 유지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 후 손(ee) 추적, 놓으면 고정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정답좌표 미사용 — 100% 카메라+자기위치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 GPU 가속 (RTX 5070 Ti · cu128)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5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오버헤드 카메라만으로 큐브를 인식해 목표 오차 ≈ 1 cm로 pick &amp; place 성공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카메라 기반 Pick &amp; Place 동작 개요</dc:title>
  <dc:subject>PptxGenJS Presentation</dc:subject>
  <dc:creator>진주</dc:creator>
  <cp:lastModifiedBy>진주</cp:lastModifiedBy>
  <cp:revision>1</cp:revision>
  <dcterms:created xsi:type="dcterms:W3CDTF">2026-07-01T07:29:38Z</dcterms:created>
  <dcterms:modified xsi:type="dcterms:W3CDTF">2026-07-01T07:29:38Z</dcterms:modified>
</cp:coreProperties>
</file>