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14"/>
  </p:notesMasterIdLst>
  <p:sldIdLst>
    <p:sldId id="283" r:id="rId4"/>
    <p:sldId id="274" r:id="rId5"/>
    <p:sldId id="275" r:id="rId6"/>
    <p:sldId id="276" r:id="rId7"/>
    <p:sldId id="277" r:id="rId8"/>
    <p:sldId id="285" r:id="rId9"/>
    <p:sldId id="286" r:id="rId10"/>
    <p:sldId id="287" r:id="rId11"/>
    <p:sldId id="288" r:id="rId12"/>
    <p:sldId id="28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98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06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1E293B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1E293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1E293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1E293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1E293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1E293B"/>
          </a:solidFill>
        </a:defRPr>
      </a:defPPr>
      <a:lvl1pPr marL="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1E293B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1E293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1E293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1E293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1E293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E293B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1E293B"/>
          </a:solidFill>
        </a:defRPr>
      </a:defPPr>
      <a:lvl1pPr marL="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1E293B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7B93CC"/>
            </a:gs>
            <a:gs pos="60000">
              <a:srgbClr val="9489CC"/>
            </a:gs>
            <a:gs pos="100000">
              <a:srgbClr val="A98FCC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solidFill>
            <a:srgbClr val="A8D4F5"/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114800"/>
            <a:ext cx="2286000" cy="2286000"/>
          </a:xfrm>
          <a:solidFill>
            <a:srgbClr val="CCC0F5"/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377440" cy="365760"/>
          </a:xfrm>
          <a:solidFill>
            <a:srgbClr val="A8D4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526"/>
                </a:solidFill>
              </a:rPr>
              <a:t>Isaac Sim 5.x  ·  ROS 2  ·  MCAP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JetBot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 전과정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자동 주행 시뮬레이션 -&gt; ROS 2 토픽 발행 -&gt; rosbag2 mcap 자동 기록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AE6FD"/>
                </a:solidFill>
              </a:rPr>
              <a:t>2026. 06. 16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72922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5.x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스크립트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 / ROS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4612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&lt;-&gt; WSL2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DDS 브리지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rosbag2 (WSL2)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포맷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기록·종료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377440"/>
            <a:ext cx="320040" cy="0"/>
          </a:xfrm>
          <a:prstGeom prst="line">
            <a:avLst/>
          </a:prstGeom>
          <a:noFill/>
          <a:ln w="31750">
            <a:solidFill>
              <a:srgbClr val="5B7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377440"/>
            <a:ext cx="320040" cy="0"/>
          </a:xfrm>
          <a:prstGeom prst="line">
            <a:avLst/>
          </a:prstGeom>
          <a:noFill/>
          <a:ln w="31750">
            <a:solidFill>
              <a:srgbClr val="6A9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57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7EC5"/>
                </a:solidFill>
              </a:rPr>
              <a:t>토픽 발행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2057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7EC5"/>
                </a:solidFill>
              </a:rPr>
              <a:t>구독 기록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EC5"/>
                </a:solidFill>
              </a:rPr>
              <a:t>/jetbot/camera/rgb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37947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EC5"/>
                </a:solidFill>
              </a:rPr>
              <a:t>/clock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발행 토픽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37033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EC5"/>
                </a:solidFill>
              </a:rPr>
              <a:t>jetbot_run_0.mcap  +  metadata.yaml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410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 준비 및 환경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5.x (Windows)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isaacsim.ros2.bridge 확장 활성화 필요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34440"/>
            <a:ext cx="502920" cy="502920"/>
          </a:xfrm>
          <a:prstGeom prst="ellipse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ROS 2 (Humble/Jazzy)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691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ROS 2 워크스페이스 환경 구성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스토리지 플러그인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ros-$ROS_DISTRO-rosbag2-storage-mcap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063240"/>
            <a:ext cx="502920" cy="502920"/>
          </a:xfrm>
          <a:prstGeom prst="ellipse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&lt;-&gt; WSL2 DDS 설정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RMW_IMPLEMENTATION, Fast DDS 프로파일, WSL2 IP 구성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2698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순서 (중요: WSL2 먼저 실행)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E3C"/>
                </a:solidFill>
              </a:rPr>
              <a:t>rosbag2(구독자)가 먼저 실행되어야 JetBot 첫 프레임부터 기록됩니다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WSL2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/opt/ros/$ROS_DISTRO/setup.bash</a:t>
            </a:r>
            <a:endParaRPr lang="en-US" sz="900" dirty="0"/>
          </a:p>
          <a:p>
            <a:pPr marL="0" indent="0">
              <a:buNone/>
            </a:pPr>
            <a:endParaRPr lang="en-US" sz="90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./record_jetbot.launch.py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mcap 기록 대기 시작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Windows (PowerShell)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2633472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697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python.bat C:\path\to\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jetbot_record_demo.py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Isaac Sim 자동 주행 시작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자동 완료 (~30초)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2633472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97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양쪽 자동 종료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jetbot_run/ 폴더 생성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97764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mcap 파일 정상 마감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2248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jetbot_record_demo.py  (Isaac Sim / Windows)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EC5"/>
                </a:solidFill>
              </a:rPr>
              <a:t>역할: 시뮬레이션 실행 + ROS 2 토픽 발행   (mcap 기록 없음 - rosbag2가 담당)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</a:rPr>
              <a:t>주요 설정값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SIM_SECONDS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자동 실행 시간(초)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CAMERA_TOPIC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/cam/rgb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RGB 이미지 토픽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LIN_VEL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m/s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전진 속도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ANG_VEL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 rad/s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3520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회전 속도(원형)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WHEEL_RADIUS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4023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0.0325 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4023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바퀴 반지름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</a:rPr>
              <a:t>처리 흐름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084832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208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SimulationApp 생성 (renderer, headless)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532888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12080" y="24597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Bridge 확장 활성화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980944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12080" y="29077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초기화 + JetBot USD 로드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429000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2080" y="3355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OmniGraph: 카메라 -&gt; ROS2CameraHelper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877056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2080" y="38039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OmniGraph: SimulationTime -&gt; PublishClock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325112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0" y="4251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차동구동 계산 -&gt; 바퀴 속도 적용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773168"/>
            <a:ext cx="274320" cy="27432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12080" y="47000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30초간 매 프레임 토픽 발행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3141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record_jetbot.launch.py  (WSL2 / ROS 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2EFF6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EC5"/>
                </a:solidFill>
              </a:rPr>
              <a:t>역할: ros2 bag record -s mcap 실행 -&gt; 지정 초 후 SIGINT -&gt; mcap 정상 마감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</a:rPr>
              <a:t>주요 설정값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RECORD_SECONDS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011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자동 종료 시간 (0=무한)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E2EFF6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BAG_NAME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jetbot_run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출력 폴더명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/cam/rgb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3017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sensor_msgs/Image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E2EFF6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rosgraph_msgs/Clock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</a:rPr>
              <a:t>자동 종료 메커니즘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FF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0391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ExecuteProcess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2768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bag record -s mcap -o jetbot_run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87752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E2EFF6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6151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8529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RECORD_SECONDS 초 후 실행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163824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912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EmitEvent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이벤트 발생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739896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E2EFF6"/>
          </a:solidFill>
          <a:ln w="12700">
            <a:solidFill>
              <a:srgbClr val="E2EF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7673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 전달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0050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인덱스 정상 마감 후 종료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07408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EADA2"/>
                </a:solidFill>
              </a:rPr>
              <a:t>save_mcap.sh 로 mcap 파일을 타임스탬프 폴더에 자동 저장 가능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5198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결과물 확인 및 mcap 파일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19"/>
            <a:ext cx="4023360" cy="3032017"/>
          </a:xfrm>
          <a:prstGeom prst="roundRect">
            <a:avLst>
              <a:gd name="adj" fmla="val 3125"/>
            </a:avLst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AD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ros2 bag info jetbot_run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487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jetbot_run/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8516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jetbot_run_0.mcap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metadata.yaml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3545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id:  mcap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8575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    30.0s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Topics: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3604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/jetbot/camera/rgb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/clock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EC5"/>
                </a:solidFill>
              </a:rPr>
              <a:t>재생 &amp; 시각화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37160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FD0"/>
                </a:solidFill>
              </a:rPr>
              <a:t>재생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5910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bag play jetbot_run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05740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FD0"/>
                </a:solidFill>
              </a:rPr>
              <a:t>이미지 뷰어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76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rqt_image_view rqt_image_view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74320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FD0"/>
                </a:solidFill>
              </a:rPr>
              <a:t>토픽 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962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hz /cam/rgb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547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ADA2"/>
                </a:solidFill>
              </a:rPr>
              <a:t>save_mcap.sh 저장 경로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~/mcap_datasets/jetbot_YYYYMMDD_HHMMSS/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509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자주 막히는 부분 &amp; 해결책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[!]  WSL2에서 토픽이 안 보임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원인: DDS / 네트워크 설정 문제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FD0"/>
                </a:solidFill>
              </a:rPr>
              <a:t>-&gt; RMW_IMPLEMENTATION, Fast DDS 프로파일, FASTRTPS_DEFAULT_PROFILES_FILE 확인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[!]  DOF 이름이 바퀴와 불일치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원인: JetBot 에셋 버전 차이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FD0"/>
                </a:solidFill>
              </a:rPr>
              <a:t>-&gt; 콘솔의 DOF 이름 확인 -&gt; WHEEL_DOFS 수정 (자동 탐색 폴백 있음)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[!]  카메라 prim을 못 찾음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원인: JetBot USD 구조 차이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27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FD0"/>
                </a:solidFill>
              </a:rPr>
              <a:t>-&gt; find_camera_prim 결과 확인 -&gt; 필요시 경로 직접 지정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[!]  mcap 대신 .db3 로 저장됨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53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원인: -s mcap 옵션 누락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227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FD0"/>
                </a:solidFill>
              </a:rPr>
              <a:t>-&gt; launch 파일 cmd에 '-s', 'mcap' 포함 여부 확인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[!]  OmniGraph 노드 타입 에러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원인: Isaac Sim 4.0 이하 사용  |  -&gt; isaacsim.* -&gt; omni.isaac.* 네임스페이스로 교체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2816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9FD0"/>
          </a:solidFill>
          <a:ln w="12700">
            <a:solidFill>
              <a:srgbClr val="6A9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 확장 방향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CAM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Depth / 카메라 인트린식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ROS2CameraHelper(depth) + /camera_info 추가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launch TOPICS에 포함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4300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TF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TF 기록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ROS2PublishTransformTree 노드 추가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/tf 토픽 기록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14300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43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ZIP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압축 / 처리량 튜닝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8470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mcap_writer_options.yml 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청크 크기·zstd 압축 조절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01752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AUTO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원라인 자동화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subprocess.Popen(['wsl', ...]) 으로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Windows에서 WSL2 기록 동시 시작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1752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SAVE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mcap 자동 저장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save_mcap.sh 실행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~/mcap_datasets/jetbot_TIMESTAMP/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FF6F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01752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5B7EC5"/>
          </a:solidFill>
          <a:ln w="12700">
            <a:solidFill>
              <a:srgbClr val="5B7E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PLAY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EC5"/>
                </a:solidFill>
              </a:rPr>
              <a:t>재생 &amp; 시각화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ros2 bag play + rqt_image_view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또는 Foxglove Studio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5380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5B7EC5">
              <a:alpha val="40000"/>
            </a:srgbClr>
          </a:solidFill>
          <a:ln w="12700">
            <a:solidFill>
              <a:srgbClr val="5B7E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2743200" cy="2743200"/>
          </a:xfrm>
          <a:prstGeom prst="ellipse">
            <a:avLst/>
          </a:prstGeom>
          <a:solidFill>
            <a:srgbClr val="6A9FD0">
              <a:alpha val="30000"/>
            </a:srgbClr>
          </a:solidFill>
          <a:ln w="12700">
            <a:solidFill>
              <a:srgbClr val="6A9FD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ADA2"/>
                </a:solidFill>
              </a:rPr>
              <a:t>전체 데이터 수집 흐름 요약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" cy="41148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standalone 스크립트로 JetBot 자동 주행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411480" cy="41148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190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OmniGraph -&gt; ROS2CameraHelper 로 RGB 이미지 + /clock 토픽 발행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411480" cy="41148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rosbag2 가 mcap 포맷으로 구독·기록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411480" cy="41148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4553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TimerAction -&gt; Shutdown 으로 mcap 인덱스 정상 마감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4EADA2"/>
          </a:solidFill>
          <a:ln w="12700">
            <a:solidFill>
              <a:srgbClr val="4EAD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85876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save_mcap.sh 로 타임스탬프 폴더에 자동 저장 및 정리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6A9FD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JetBot 데이터 수집 전과정  |  Isaac Sim 5.x + ROS 2 + MCAP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5398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1677949892]">
  <a:themeElements>
    <a:clrScheme name="Office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2563EB"/>
      </a:accent1>
      <a:accent2>
        <a:srgbClr val="7C3AED"/>
      </a:accent2>
      <a:accent3>
        <a:srgbClr val="06B6D4"/>
      </a:accent3>
      <a:accent4>
        <a:srgbClr val="10B981"/>
      </a:accent4>
      <a:accent5>
        <a:srgbClr val="F97316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81678166473]">
  <a:themeElements>
    <a:clrScheme name="Office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4F6EB8"/>
      </a:accent1>
      <a:accent2>
        <a:srgbClr val="8479C4"/>
      </a:accent2>
      <a:accent3>
        <a:srgbClr val="4BADA0"/>
      </a:accent3>
      <a:accent4>
        <a:srgbClr val="6BAE8C"/>
      </a:accent4>
      <a:accent5>
        <a:srgbClr val="D4A84B"/>
      </a:accent5>
      <a:accent6>
        <a:srgbClr val="CC7B7B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8C14AF-A278-4D8C-BDC6-4170021C9C8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7c4be0c-ec64-429f-a0f0-9e44ff20e8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926</Words>
  <Application>Microsoft Office PowerPoint</Application>
  <PresentationFormat>화면 슬라이드 쇼(16:9)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Office Theme [1781677949892]</vt:lpstr>
      <vt:lpstr>Office Theme [1781678166473]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JetBot 데이터 수집 전과정</dc:title>
  <dc:subject>PptxGenJS Presentation</dc:subject>
  <dc:creator>진주</dc:creator>
  <cp:lastModifiedBy>Jinju Han</cp:lastModifiedBy>
  <cp:revision>5</cp:revision>
  <dcterms:created xsi:type="dcterms:W3CDTF">2026-06-16T05:17:53Z</dcterms:created>
  <dcterms:modified xsi:type="dcterms:W3CDTF">2026-06-17T07:31:32Z</dcterms:modified>
</cp:coreProperties>
</file>